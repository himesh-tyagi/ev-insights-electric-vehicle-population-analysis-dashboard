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78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PaintBrush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13" name="arrow.wav"/>
          </p:stSnd>
        </p:sndAc>
      </p:transition>
    </mc:Choice>
    <mc:Fallback>
      <p:transition spd="slow">
        <p:fade/>
        <p:sndAc>
          <p:stSnd>
            <p:snd r:embed="rId13" name="arrow.wav"/>
          </p:stSnd>
        </p:sndAc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552700"/>
            <a:ext cx="6400800" cy="1752600"/>
          </a:xfrm>
        </p:spPr>
        <p:txBody>
          <a:bodyPr/>
          <a:lstStyle/>
          <a:p>
            <a:r>
              <a:rPr dirty="0"/>
              <a:t>Data Analytics &amp; Power BI Dashboard Project</a:t>
            </a:r>
          </a:p>
          <a:p>
            <a:r>
              <a:rPr dirty="0"/>
              <a:t>By Himesh Tyagi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3EA124-223B-E2A4-CE80-52CA89EF71A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87046" y="688875"/>
            <a:ext cx="79229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 Insights: Electric Vehicle Population Analysis Dashboard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Electric Vehicle (EV) population data to understand adoption trends, popular manufacturers, vehicle types, and geographic distribution using Power BI.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Electric Vehicle Population Data</a:t>
            </a:r>
          </a:p>
          <a:p>
            <a:r>
              <a:t>Records: 150,000+</a:t>
            </a:r>
          </a:p>
          <a:p>
            <a:r>
              <a:t>Key Fields: Model Year, Make, Model, EV Type, Electric Range, MSRP, City, County, State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How has EV adoption grown over the years?</a:t>
            </a:r>
          </a:p>
          <a:p>
            <a:r>
              <a:rPr dirty="0"/>
              <a:t> Which manufacturers dominate the EV market?</a:t>
            </a:r>
          </a:p>
          <a:p>
            <a:r>
              <a:rPr dirty="0"/>
              <a:t> BEV vs PHEV distribution</a:t>
            </a:r>
          </a:p>
          <a:p>
            <a:r>
              <a:rPr dirty="0"/>
              <a:t> Which regions have highest EV adoption?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 (Power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KPI cards (Total EVs, Avg Range)</a:t>
            </a:r>
          </a:p>
          <a:p>
            <a:r>
              <a:t>- Year-wise trend analysis</a:t>
            </a:r>
          </a:p>
          <a:p>
            <a:r>
              <a:t>- Manufacturer &amp; model analysis</a:t>
            </a:r>
          </a:p>
          <a:p>
            <a:r>
              <a:t>- Geographic distribution</a:t>
            </a:r>
          </a:p>
          <a:p>
            <a:r>
              <a:t>- Interactive slicers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(Data Cleaning)</a:t>
            </a:r>
          </a:p>
          <a:p>
            <a:r>
              <a:rPr dirty="0"/>
              <a:t>Power BI (Dashboard, DAX)</a:t>
            </a:r>
          </a:p>
          <a:p>
            <a:r>
              <a:rPr dirty="0"/>
              <a:t>Excel / CSV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Strong growth in EV adoption post-2018</a:t>
            </a:r>
          </a:p>
          <a:p>
            <a:r>
              <a:t>- Tesla as leading manufacturer</a:t>
            </a:r>
          </a:p>
          <a:p>
            <a:r>
              <a:t>- BEVs dominate the market</a:t>
            </a:r>
          </a:p>
          <a:p>
            <a:r>
              <a:t>- Urban regions show higher adoption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end-to-end data analytics skills including data understanding, visualization, and business insight generation.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211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EV Insights: Electric Vehicle Population Analysis Dashboard </vt:lpstr>
      <vt:lpstr>Project Overview</vt:lpstr>
      <vt:lpstr>Dataset Description</vt:lpstr>
      <vt:lpstr>Key Business Questions</vt:lpstr>
      <vt:lpstr>Dashboard Features (Power BI)</vt:lpstr>
      <vt:lpstr>Tools &amp; Technologies</vt:lpstr>
      <vt:lpstr>Insights &amp;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himesh tyagi</cp:lastModifiedBy>
  <cp:revision>4</cp:revision>
  <dcterms:created xsi:type="dcterms:W3CDTF">2013-01-27T09:14:16Z</dcterms:created>
  <dcterms:modified xsi:type="dcterms:W3CDTF">2026-01-05T08:18:57Z</dcterms:modified>
  <cp:category/>
</cp:coreProperties>
</file>